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114800" cy="3200400"/>
          </a:xfrm>
          <a:prstGeom prst="ellipse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77B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926080"/>
            <a:ext cx="41148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548640"/>
            <a:ext cx="2926080" cy="2560320"/>
          </a:xfrm>
          <a:prstGeom prst="ellipse">
            <a:avLst/>
          </a:prstGeom>
          <a:solidFill>
            <a:srgbClr val="90E0EF">
              <a:alpha val="25000"/>
            </a:srgbClr>
          </a:solidFill>
          <a:ln w="12700">
            <a:solidFill>
              <a:srgbClr val="90E0E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4206240"/>
            <a:ext cx="640080" cy="640080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457200"/>
            <a:ext cx="502920" cy="502920"/>
          </a:xfrm>
          <a:prstGeom prst="ellipse">
            <a:avLst/>
          </a:prstGeom>
          <a:solidFill>
            <a:srgbClr val="0077B6">
              <a:alpha val="50000"/>
            </a:srgbClr>
          </a:solidFill>
          <a:ln w="12700">
            <a:solidFill>
              <a:srgbClr val="0077B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3931920"/>
            <a:ext cx="365760" cy="365760"/>
          </a:xfrm>
          <a:prstGeom prst="ellipse">
            <a:avLst/>
          </a:prstGeom>
          <a:solidFill>
            <a:srgbClr val="03045E">
              <a:alpha val="40000"/>
            </a:srgbClr>
          </a:solidFill>
          <a:ln w="12700">
            <a:solidFill>
              <a:srgbClr val="03045E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0749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0"/>
            <a:ext cx="54864" cy="5143500"/>
          </a:xfrm>
          <a:prstGeom prst="rect">
            <a:avLst/>
          </a:prstGeom>
          <a:solidFill>
            <a:srgbClr val="03045E">
              <a:alpha val="30000"/>
            </a:srgbClr>
          </a:solidFill>
          <a:ln w="12700">
            <a:solidFill>
              <a:srgbClr val="03045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基于大语言模型的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自主智能体综述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2926080" y="2606040"/>
            <a:ext cx="32918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88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Survey of Autonomous Agents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Based on Large Language Models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从架构设计到应用实践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2026-05-12T16:15:13Z</dcterms:created>
  <dcterms:modified xsi:type="dcterms:W3CDTF">2026-05-12T16:15:13Z</dcterms:modified>
</cp:coreProperties>
</file>